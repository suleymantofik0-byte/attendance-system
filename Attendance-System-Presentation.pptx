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Attendance Management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B9C6D4"/>
                </a:solidFill>
                <a:latin typeface="Segoe UI"/>
              </a:rPr>
              <a:t>A role-based web application for tracking student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C6CB0"/>
                </a:solidFill>
                <a:latin typeface="Segoe UI"/>
              </a:rPr>
              <a:t>Built with the MERN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9DAD"/>
                </a:solidFill>
                <a:latin typeface="Segoe UI"/>
              </a:rPr>
              <a:t>Suleyman Tofik  |  Team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B2633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A6B7D"/>
                </a:solidFill>
                <a:latin typeface="Segoe UI"/>
              </a:rPr>
              <a:t>Attendance is still tracked on paper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291840" cy="292608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A5281B"/>
                </a:solidFill>
                <a:latin typeface="Segoe UI"/>
              </a:rPr>
              <a:t>Easy to 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375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 paper sheet can be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misplaced or damaged.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There is no backup.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291840" cy="292608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A5281B"/>
                </a:solidFill>
                <a:latin typeface="Segoe UI"/>
              </a:rPr>
              <a:t>Hard to correct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33375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If a student is marked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wrong, there is no clear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process to fix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291840" cy="292608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A5281B"/>
                </a:solidFill>
                <a:latin typeface="Segoe UI"/>
              </a:rPr>
              <a:t>No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3375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Students cannot see their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own record. Admins cannot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see the whole picture.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B2633"/>
                </a:solidFill>
                <a:latin typeface="Segoe UI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A6B7D"/>
                </a:solidFill>
                <a:latin typeface="Segoe UI"/>
              </a:rPr>
              <a:t>A web system where every record is stored, visible and correctable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291840" cy="292608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Stored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375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Every record is saved in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 database, not on paper.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Nothing gets lost.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291840" cy="292608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Correctable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33375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 student requests a fix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with a reason. The admin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approves or rejects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291840" cy="292608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Role-based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3375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Each person sees only what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they are allowed to see,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enforced on the server.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B2633"/>
                </a:solidFill>
                <a:latin typeface="Segoe UI"/>
              </a:rPr>
              <a:t>Three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A6B7D"/>
                </a:solidFill>
                <a:latin typeface="Segoe UI"/>
              </a:rPr>
              <a:t>Each role has its own dashboard and its own permissions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291840" cy="32004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3756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Creates users and courses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Enrolls students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Assigns teachers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Approves corrections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291840" cy="32004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Teacher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333756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Sees only assigned courses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Marks present, absent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or late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Can edit a saved record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291840" cy="320040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Student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33756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Views own attendance only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Requests a correction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with a reason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Sees the decision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B2633"/>
                </a:solidFill>
                <a:latin typeface="Segoe UI"/>
              </a:rPr>
              <a:t>Technology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A6B7D"/>
                </a:solidFill>
                <a:latin typeface="Segoe UI"/>
              </a:rPr>
              <a:t>MERN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514600" cy="169164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23744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MongoDB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Database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Stores all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2286000"/>
            <a:ext cx="2514600" cy="169164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2523744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Express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324612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Backend framework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Builds the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286000"/>
            <a:ext cx="2514600" cy="169164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523744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React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4612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Frontend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What the user sees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2286000"/>
            <a:ext cx="2514600" cy="169164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2523744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Node.js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324612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Runtime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Runs the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51960"/>
            <a:ext cx="5303520" cy="169164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89704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JWT + bcrypt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212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Login tokens and password hashing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251960"/>
            <a:ext cx="5303520" cy="169164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489704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Axios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212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Connects the frontend to the backend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B2633"/>
                </a:solidFill>
                <a:latin typeface="Segoe U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A6B7D"/>
                </a:solidFill>
                <a:latin typeface="Segoe UI"/>
              </a:rPr>
              <a:t>What happens when someone logs in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377440"/>
            <a:ext cx="566928" cy="566928"/>
          </a:xfrm>
          <a:prstGeom prst="ellipse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78024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591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633"/>
                </a:solidFill>
                <a:latin typeface="Segoe UI"/>
              </a:rPr>
              <a:t>User logs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72491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Email and password are checked with bcrypt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37560"/>
            <a:ext cx="566928" cy="566928"/>
          </a:xfrm>
          <a:prstGeom prst="ellipse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38144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192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633"/>
                </a:solidFill>
                <a:latin typeface="Segoe UI"/>
              </a:rPr>
              <a:t>Server issues a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68503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 signed JWT containing the user ID and role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7939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633"/>
                </a:solidFill>
                <a:latin typeface="Segoe UI"/>
              </a:rPr>
              <a:t>Token travels with every request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Attached automatically by the frontend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257800"/>
            <a:ext cx="566928" cy="566928"/>
          </a:xfrm>
          <a:prstGeom prst="ellipse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58384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2395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B2633"/>
                </a:solidFill>
                <a:latin typeface="Segoe UI"/>
              </a:rPr>
              <a:t>Server checks it every 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560527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Verifies the signature, then checks the role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B2633"/>
                </a:solidFill>
                <a:latin typeface="Segoe U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A6B7D"/>
                </a:solidFill>
                <a:latin typeface="Segoe UI"/>
              </a:rPr>
              <a:t>The parts that actually protect the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291840" cy="30175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Passwords hashed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37560"/>
            <a:ext cx="274320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bcrypt with 10 salt rounds.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Passwords are never stored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in plain 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291840" cy="30175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Roles enforced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on the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3337560"/>
            <a:ext cx="274320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Middleware checks the role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on every request.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The frontend guard is only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for convenience.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291840" cy="30175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61518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Signup cannot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grant power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337560"/>
            <a:ext cx="274320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Public registration always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creates a student.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Only an admin can create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a teacher or admin.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B9C6D4"/>
                </a:solidFill>
                <a:latin typeface="Segoe UI"/>
              </a:rPr>
              <a:t>Teacher marks attendance   &gt;   Student requests a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B9C6D4"/>
                </a:solidFill>
                <a:latin typeface="Segoe UI"/>
              </a:rPr>
              <a:t>Admin approves   &gt;   The record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B2633"/>
                </a:solidFill>
                <a:latin typeface="Segoe UI"/>
              </a:rPr>
              <a:t>What We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303520" cy="196596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75104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Security belongs on the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475488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Hiding a button in the interface is not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protection. Anyone can send a request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directly to the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5303520" cy="196596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975104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Never trust client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97480"/>
            <a:ext cx="475488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We removed the role field from signup,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so a user cannot choose their own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permissions.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5303520" cy="196596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69663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Know the weak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475488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No rate limiting, tokens in localStorage,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no HTTPS locally. We know the fix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for each 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31920"/>
            <a:ext cx="5303520" cy="196596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169663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CB0"/>
                </a:solidFill>
                <a:latin typeface="Segoe UI"/>
              </a:rPr>
              <a:t>Separation of concerns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892040"/>
            <a:ext cx="475488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The backend serves data, not pages.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The same API could serve a mobile app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with no changes.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C6CB0"/>
                </a:solidFill>
                <a:latin typeface="Segoe U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